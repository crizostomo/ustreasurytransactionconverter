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17–21 Upgrade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Project: treasurytransactionconverter_v1</a:t>
            </a:r>
          </a:p>
          <a:p>
            <a:r>
              <a:t>Presented by: Diogo Almeida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Upgraded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`ErrorDTO.java`: ✅ Convert to `record`</a:t>
            </a:r>
          </a:p>
          <a:p>
            <a:r>
              <a:t>- `TransactionController.java`: ✅ Use `var`, `.toList()`, `formatted()`</a:t>
            </a:r>
          </a:p>
          <a:p>
            <a:r>
              <a:t>- `Transaction.java`: ✅ Convert to `record` (if not JPA)</a:t>
            </a:r>
          </a:p>
          <a:p>
            <a:r>
              <a:t>- `ExchangeRatesClient.java`: ✅ `var`, `formatted()`, maybe `getFirst()`</a:t>
            </a:r>
          </a:p>
          <a:p>
            <a:r>
              <a:t>- `USTreasuryRatesOfExchangeAPIService.java`: ✅ Replace `.get(0)`</a:t>
            </a:r>
          </a:p>
          <a:p>
            <a:r>
              <a:t>- `ExchangeRateControllerTest.java`: ✅ Use `var`</a:t>
            </a:r>
          </a:p>
          <a:p>
            <a:r>
              <a:t>- `TransactionControllerTest.java`: ✅ Use `var`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Java 17–21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`record` (Java 16): Replaces full POJOs for DTOs</a:t>
            </a:r>
          </a:p>
          <a:p>
            <a:r>
              <a:t>- `String.formatted()` (Java 15+): Clean interpolation</a:t>
            </a:r>
          </a:p>
          <a:p>
            <a:r>
              <a:t>- `var` (Java 10+): Local variable type inference</a:t>
            </a:r>
          </a:p>
          <a:p>
            <a:r>
              <a:t>- `List.getFirst()` (Java 21): Cleaner than get(0)</a:t>
            </a:r>
          </a:p>
          <a:p>
            <a:r>
              <a:t>- `stream().toList()` (Java 16): No need for Collectors.toList()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